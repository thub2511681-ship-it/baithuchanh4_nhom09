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6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FEA189-E1B7-4DDA-B19A-1C9BFA399865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ADB20-603B-4B9F-8189-3DA212BB0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69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A1FFB-7A9F-6BC5-F4F5-E51158F4CA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000" b="1">
                <a:solidFill>
                  <a:srgbClr val="9966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2B35C-C7E1-467A-BE7D-FE4BD5BD2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2AD971-75A7-A39D-3F43-685989F92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E7F18-0286-4107-9F99-8C955D46E305}" type="datetime1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D31FA-2B80-5249-B393-FB47D889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CC6595-FEFD-3866-A96F-2373B164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24800" y="47561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#213@213edfdfbcvn b #</a:t>
            </a:r>
          </a:p>
        </p:txBody>
      </p:sp>
    </p:spTree>
    <p:extLst>
      <p:ext uri="{BB962C8B-B14F-4D97-AF65-F5344CB8AC3E}">
        <p14:creationId xmlns:p14="http://schemas.microsoft.com/office/powerpoint/2010/main" val="129081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303F-0B97-9406-7CBE-E1D832E2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DF915-555A-9788-6671-50402B77F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065B4-0A48-95F9-D466-AD1E65E16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84B7-F3BB-4B4C-A17E-98D07AE8F1FA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8755B-81AF-37C2-AC4A-491A8D7D6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04C12-3D37-3508-619E-1D4693E0F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461000"/>
            <a:ext cx="2743200" cy="365125"/>
          </a:xfrm>
          <a:prstGeom prst="rect">
            <a:avLst/>
          </a:prstGeom>
        </p:spPr>
        <p:txBody>
          <a:bodyPr/>
          <a:lstStyle/>
          <a:p>
            <a:fld id="{9B974A7F-5043-4DAE-861E-B9BD25825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80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E887A-3284-8EC1-0777-4841F065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D400E-366F-F366-325E-5D8FC3E4E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11BB0-5C33-2949-19CF-58394D9B6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634D-EBEC-4373-B42A-B1A86532E1F1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A2BAE-42BD-7897-AD02-104F52E1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A0AA3-EC0A-3C7C-1700-151AE3E1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974A7F-5043-4DAE-861E-B9BD25825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0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46C84-E26E-997A-78A5-ADC44E39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D1B07-7FE2-62C6-4993-35AA6C583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EAECB-E56B-7369-5233-8E8767A6CE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2597C-9260-5838-7AF6-DE89D0649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80FB4-22ED-4426-845E-4B05051137EA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F880D-C536-D82B-2D71-AF8C75B2E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56609-DD35-E035-169F-06B5B8BF6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974A7F-5043-4DAE-861E-B9BD25825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04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AB7FE-5759-2915-DA9E-242E53EA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6E797-D1CA-A3DA-5187-A85590494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C9C92-8EAF-4905-A0CC-2EE121ABC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14BB2F-2725-ABEE-600A-256CDD100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BB21A2-95C0-FC66-777E-9B34CB74EC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D94691-C0B0-BA90-B97C-539641D6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916B2-C788-48A0-8251-72E43EB84CA9}" type="datetime1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0F2DDF-D7DD-4978-EDE3-D011BAB15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8481D-914A-22B1-8306-493639BF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974A7F-5043-4DAE-861E-B9BD25825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48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FD29-3DD0-545D-09B6-D644EBBA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887F88-8608-B0F4-4DAB-C9691F87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4EABA-205F-4464-9C23-79D053A928BE}" type="datetime1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EDBCDF-9418-05FC-681D-33861D20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8658C-CBFA-3E88-B754-A63B6533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784850"/>
            <a:ext cx="2743200" cy="365125"/>
          </a:xfrm>
          <a:prstGeom prst="rect">
            <a:avLst/>
          </a:prstGeom>
        </p:spPr>
        <p:txBody>
          <a:bodyPr/>
          <a:lstStyle/>
          <a:p>
            <a:fld id="{9B974A7F-5043-4DAE-861E-B9BD25825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49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97A6BA-98F1-4E7F-B92A-BA56A7D24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A9DC-E4F8-4CA5-AD3B-35C3F93BEE9D}" type="datetime1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65F229-C33B-396C-F6FD-E61D867A3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4D813-DD05-2B94-A9A7-D40C7D6B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974A7F-5043-4DAE-861E-B9BD25825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5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188D2-F503-7FE4-B0DF-FE18461B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EA99E-8C52-DCC4-C63C-B7BACF8A7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D50DE-E2B5-C831-9C04-07D075E792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CC978-579F-122F-31DD-1FD94447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A31BC-503A-433E-B953-85F74D161844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6B29E-DA68-A6F3-74DD-73515681C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C941B-3084-9641-9654-E00BC0CEF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974A7F-5043-4DAE-861E-B9BD25825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62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3774C-ACC5-A0AD-93ED-EF658FA50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8144D-E0A4-EAE4-EF9A-78AD3202D3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3BD60-89EA-2D93-EFA9-5C9C0B592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21103-6AC2-B406-A641-9F4BD0D95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1CF7-5340-46F4-9323-D213DBF0ECAE}" type="datetime1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E27B8-21B4-46EC-26F9-316C4963C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CC915-9C96-7303-626F-E1110E5D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974A7F-5043-4DAE-861E-B9BD25825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38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CC412-E3AC-46B0-1FE3-97000A3C9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DB3CAE-703D-5063-0A87-24CABA892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6BC35-E3B8-9F58-A2A0-ECA27DA7E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6A0E0-BA6D-457F-9E1E-99A652826693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705B2-732E-08B7-2299-41CD57A67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18703-B96E-F83F-0FF0-AAF1D09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974A7F-5043-4DAE-861E-B9BD25825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01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78FD2-022D-B132-BB59-9F9F94E7FB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97BD0-53FA-3B02-8E4C-C39491704D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32504-36DE-EF1D-831F-948882B22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1AE51-0A4F-4DDE-B5D7-894AF8D134BD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2CFD0-4AD1-3850-7484-8F2ED204D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C20E0-782A-5B5C-402F-BCEBB388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974A7F-5043-4DAE-861E-B9BD25825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2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C129B5-0DA2-B50E-6C8E-F5D34DA9C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4DEDA-1F4B-2726-B867-78F192484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A6EB0-2E0C-A8D8-3CD8-873FFD286C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43E279-BECE-479C-851E-563CFD96B84E}" type="datetime1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0716-2EFC-193F-E80E-72176674D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7F3414-38BE-E6C0-7888-88795BB67765}"/>
              </a:ext>
            </a:extLst>
          </p:cNvPr>
          <p:cNvSpPr txBox="1"/>
          <p:nvPr userDrawn="1"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AC325F-A501-EAB7-39DC-E8262EBD8A4D}"/>
              </a:ext>
            </a:extLst>
          </p:cNvPr>
          <p:cNvSpPr txBox="1"/>
          <p:nvPr userDrawn="1"/>
        </p:nvSpPr>
        <p:spPr>
          <a:xfrm>
            <a:off x="9544050" y="6356350"/>
            <a:ext cx="1619250" cy="291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573FD1-FDF4-876C-816B-903B874C0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5718969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#213@213edfdfbcvn b 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02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99663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ptos" panose="020B0004020202020204" pitchFamily="34" charset="0"/>
        <a:buChar char="+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1167-7A44-FCF0-F176-D2458C5F9A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BỐ CỤC MỘT BÀI THUYẾT TRÌNH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70262-8A8D-B5E4-7844-0318AF2B01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ThS.Họ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6BE6D-329C-1155-6386-5515FAF3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7800" y="6070600"/>
            <a:ext cx="2743200" cy="365125"/>
          </a:xfrm>
          <a:prstGeom prst="rect">
            <a:avLst/>
          </a:prstGeom>
        </p:spPr>
        <p:txBody>
          <a:bodyPr/>
          <a:lstStyle/>
          <a:p>
            <a:pPr algn="r"/>
            <a:fld id="{9B974A7F-5043-4DAE-861E-B9BD25825F64}" type="slidenum">
              <a:rPr lang="en-US" smtClean="0"/>
              <a:pPr algn="r"/>
              <a:t>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CD9457-782F-450C-E650-07CB0EE3A1D3}"/>
              </a:ext>
            </a:extLst>
          </p:cNvPr>
          <p:cNvSpPr txBox="1"/>
          <p:nvPr/>
        </p:nvSpPr>
        <p:spPr>
          <a:xfrm rot="10800000" flipV="1">
            <a:off x="7124700" y="5448757"/>
            <a:ext cx="4476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Trích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tủ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khoa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VLOS</a:t>
            </a:r>
          </a:p>
        </p:txBody>
      </p:sp>
    </p:spTree>
    <p:extLst>
      <p:ext uri="{BB962C8B-B14F-4D97-AF65-F5344CB8AC3E}">
        <p14:creationId xmlns:p14="http://schemas.microsoft.com/office/powerpoint/2010/main" val="29955456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781F-ED48-F428-BA44-06FFBFE6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7B294-28D9-9276-8C54-9804DB8F8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  <a:p>
            <a:pPr lvl="1"/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endParaRPr lang="en-US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  <a:p>
            <a:pPr lvl="1"/>
            <a:r>
              <a:rPr lang="en-US" dirty="0" err="1"/>
              <a:t>Đưa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, ý </a:t>
            </a:r>
            <a:r>
              <a:rPr lang="en-US" dirty="0" err="1"/>
              <a:t>kiến</a:t>
            </a:r>
            <a:endParaRPr lang="en-US" dirty="0"/>
          </a:p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  <a:p>
            <a:pPr lvl="1"/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F99B5-3045-FD5C-5BA0-44AA6D26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67800" y="5946775"/>
            <a:ext cx="2743200" cy="365125"/>
          </a:xfrm>
        </p:spPr>
        <p:txBody>
          <a:bodyPr/>
          <a:lstStyle/>
          <a:p>
            <a:pPr algn="r"/>
            <a:fld id="{9B974A7F-5043-4DAE-861E-B9BD25825F64}" type="slidenum">
              <a:rPr lang="en-US" smtClean="0"/>
              <a:pPr algn="r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12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E62DB-542E-6FA6-49CA-33213D2FB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đầu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59487-6EA8-A6A0-2CEA-3D23E295D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endParaRPr lang="en-US" dirty="0"/>
          </a:p>
          <a:p>
            <a:pPr lvl="1"/>
            <a:r>
              <a:rPr lang="en-US" dirty="0" err="1">
                <a:hlinkClick r:id="rId2" action="ppaction://hlinksldjump"/>
              </a:rPr>
              <a:t>Sử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một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đoạn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trích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dẫn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hứa</a:t>
            </a:r>
            <a:endParaRPr lang="en-US" dirty="0"/>
          </a:p>
          <a:p>
            <a:pPr lvl="1"/>
            <a:r>
              <a:rPr lang="en-US" dirty="0" err="1"/>
              <a:t>Thậm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lang="en-US" dirty="0"/>
          </a:p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endParaRPr lang="en-US" dirty="0"/>
          </a:p>
          <a:p>
            <a:pPr lvl="1"/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endParaRPr lang="en-US" dirty="0"/>
          </a:p>
          <a:p>
            <a:pPr lvl="1"/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rõ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D8363-09DC-69ED-AB6B-58C5F05AD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9700" y="5946775"/>
            <a:ext cx="2743200" cy="365125"/>
          </a:xfrm>
        </p:spPr>
        <p:txBody>
          <a:bodyPr/>
          <a:lstStyle/>
          <a:p>
            <a:fld id="{9B974A7F-5043-4DAE-861E-B9BD25825F6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6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8175C-7033-A093-2E42-964ADD39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8E341-5C43-B6CE-C628-02FA9188E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</a:t>
            </a:r>
          </a:p>
          <a:p>
            <a:pPr lvl="1"/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,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pPr lvl="1"/>
            <a:r>
              <a:rPr lang="en-US" dirty="0"/>
              <a:t>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/>
            <a:r>
              <a:rPr lang="en-US" dirty="0">
                <a:hlinkClick r:id="rId2" action="ppaction://hlinksldjump"/>
              </a:rPr>
              <a:t>Cung </a:t>
            </a:r>
            <a:r>
              <a:rPr lang="en-US" dirty="0" err="1">
                <a:hlinkClick r:id="rId2" action="ppaction://hlinksldjump"/>
              </a:rPr>
              <a:t>cấp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ví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dụ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để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chứng</a:t>
            </a:r>
            <a:r>
              <a:rPr lang="en-US" dirty="0">
                <a:hlinkClick r:id="rId2" action="ppaction://hlinksldjump"/>
              </a:rPr>
              <a:t> </a:t>
            </a:r>
            <a:r>
              <a:rPr lang="en-US" dirty="0" err="1">
                <a:hlinkClick r:id="rId2" action="ppaction://hlinksldjump"/>
              </a:rPr>
              <a:t>minh</a:t>
            </a:r>
            <a:endParaRPr lang="en-US" dirty="0"/>
          </a:p>
          <a:p>
            <a:pPr lvl="1"/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1"/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/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966E8-1E31-2049-5FF9-6E32CDA1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550" y="5811838"/>
            <a:ext cx="2743200" cy="365125"/>
          </a:xfrm>
        </p:spPr>
        <p:txBody>
          <a:bodyPr/>
          <a:lstStyle/>
          <a:p>
            <a:fld id="{9B974A7F-5043-4DAE-861E-B9BD25825F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7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ADAA-EE15-46D5-9E76-5DF227601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9DBBA-B4BA-5A57-2516-958ECB49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endParaRPr lang="en-US" dirty="0"/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endParaRPr lang="en-US" dirty="0"/>
          </a:p>
          <a:p>
            <a:pPr lvl="1"/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FB066-6F28-D753-5096-E6B664B1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9700" y="5932488"/>
            <a:ext cx="2743200" cy="365125"/>
          </a:xfrm>
        </p:spPr>
        <p:txBody>
          <a:bodyPr/>
          <a:lstStyle/>
          <a:p>
            <a:fld id="{9B974A7F-5043-4DAE-861E-B9BD25825F6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546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EE52-5100-E901-86D4-DF8D84F5A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766218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quý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DAA843-AA7C-376C-A417-A3090ABE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600" y="6032500"/>
            <a:ext cx="2743200" cy="365125"/>
          </a:xfrm>
        </p:spPr>
        <p:txBody>
          <a:bodyPr/>
          <a:lstStyle/>
          <a:p>
            <a:fld id="{9B974A7F-5043-4DAE-861E-B9BD25825F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12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35D0-3429-A028-4151-4380D3A4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500062"/>
            <a:ext cx="10706100" cy="1325563"/>
          </a:xfrm>
        </p:spPr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dụ:sử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5F284-7912-E1D8-E4F0-45BAD2438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</a:p>
          <a:p>
            <a:pPr marL="0" indent="0">
              <a:buNone/>
            </a:pPr>
            <a:r>
              <a:rPr lang="en-US" dirty="0"/>
              <a:t>            “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,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    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tầm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sống.Các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nghệ.Nghành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CNTT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nghành</a:t>
            </a:r>
            <a:r>
              <a:rPr lang="en-US" dirty="0"/>
              <a:t> </a:t>
            </a:r>
            <a:r>
              <a:rPr lang="en-US" dirty="0" err="1"/>
              <a:t>này.Vậy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nghành</a:t>
            </a:r>
            <a:r>
              <a:rPr lang="en-US" dirty="0"/>
              <a:t> CNTT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?”</a:t>
            </a:r>
          </a:p>
        </p:txBody>
      </p:sp>
      <p:sp>
        <p:nvSpPr>
          <p:cNvPr id="4" name="Action Button: Return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454EFAC-505E-3BA1-11EE-CF852E374BE1}"/>
              </a:ext>
            </a:extLst>
          </p:cNvPr>
          <p:cNvSpPr/>
          <p:nvPr/>
        </p:nvSpPr>
        <p:spPr>
          <a:xfrm>
            <a:off x="5886450" y="5845117"/>
            <a:ext cx="905586" cy="663691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144F1-CBD8-B7FD-9FED-17E7D95A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7086" y="5994399"/>
            <a:ext cx="2743200" cy="365125"/>
          </a:xfrm>
        </p:spPr>
        <p:txBody>
          <a:bodyPr/>
          <a:lstStyle/>
          <a:p>
            <a:fld id="{9B974A7F-5043-4DAE-861E-B9BD25825F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9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0A70-199E-4511-A86A-D014E62F3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4" name="Action Button: Return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676550E-5795-59EB-5E7B-8598FE6AF2BC}"/>
              </a:ext>
            </a:extLst>
          </p:cNvPr>
          <p:cNvSpPr/>
          <p:nvPr/>
        </p:nvSpPr>
        <p:spPr>
          <a:xfrm>
            <a:off x="8896350" y="1196596"/>
            <a:ext cx="800100" cy="813816"/>
          </a:xfrm>
          <a:prstGeom prst="actionButtonRetur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92A91E-D1C1-6FB9-495D-0B02CA418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2020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E5EC4D2-4881-76EC-1D08-4EEF02BCE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753773"/>
              </p:ext>
            </p:extLst>
          </p:nvPr>
        </p:nvGraphicFramePr>
        <p:xfrm>
          <a:off x="901700" y="2591658"/>
          <a:ext cx="10388600" cy="39696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27850">
                  <a:extLst>
                    <a:ext uri="{9D8B030D-6E8A-4147-A177-3AD203B41FA5}">
                      <a16:colId xmlns:a16="http://schemas.microsoft.com/office/drawing/2014/main" val="902971557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42711029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err="1"/>
                        <a:t>Tên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nghành</a:t>
                      </a:r>
                      <a:r>
                        <a:rPr lang="en-US" sz="2000" b="1" dirty="0"/>
                        <a:t> /</a:t>
                      </a:r>
                      <a:r>
                        <a:rPr lang="en-US" sz="2000" b="1" dirty="0" err="1"/>
                        <a:t>chuyên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nghành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 err="1"/>
                        <a:t>Số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lượng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tuyển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sinh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034709"/>
                  </a:ext>
                </a:extLst>
              </a:tr>
              <a:tr h="403447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err="1"/>
                        <a:t>Công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nghệ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thông</a:t>
                      </a:r>
                      <a:r>
                        <a:rPr lang="en-US" sz="2000" b="1" dirty="0"/>
                        <a:t> tin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272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053935"/>
                  </a:ext>
                </a:extLst>
              </a:tr>
              <a:tr h="384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/>
                        <a:t>Công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nghệ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thông</a:t>
                      </a:r>
                      <a:r>
                        <a:rPr lang="en-US" sz="2000" b="1" dirty="0"/>
                        <a:t> tin - CLC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144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269098"/>
                  </a:ext>
                </a:extLst>
              </a:tr>
              <a:tr h="3849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/>
                        <a:t>Công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nghệ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thông</a:t>
                      </a:r>
                      <a:r>
                        <a:rPr lang="en-US" sz="2000" b="1" dirty="0"/>
                        <a:t> tin - 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18964"/>
                  </a:ext>
                </a:extLst>
              </a:tr>
              <a:tr h="38491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err="1"/>
                        <a:t>Mạng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máy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tính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và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truyền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thông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dữ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liệu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149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251002"/>
                  </a:ext>
                </a:extLst>
              </a:tr>
              <a:tr h="38491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err="1"/>
                        <a:t>Kỹ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thuật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phần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mềm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266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813156"/>
                  </a:ext>
                </a:extLst>
              </a:tr>
              <a:tr h="38491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err="1"/>
                        <a:t>Hệ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thống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thông</a:t>
                      </a:r>
                      <a:r>
                        <a:rPr lang="en-US" sz="2000" b="1" dirty="0"/>
                        <a:t> tin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135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007731"/>
                  </a:ext>
                </a:extLst>
              </a:tr>
              <a:tr h="38491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Khoa </a:t>
                      </a:r>
                      <a:r>
                        <a:rPr lang="en-US" sz="2000" b="1" dirty="0" err="1"/>
                        <a:t>học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máy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tính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178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220380"/>
                  </a:ext>
                </a:extLst>
              </a:tr>
              <a:tr h="38491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Tin </a:t>
                      </a:r>
                      <a:r>
                        <a:rPr lang="en-US" sz="2000" b="1" dirty="0" err="1"/>
                        <a:t>học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ứng</a:t>
                      </a:r>
                      <a:r>
                        <a:rPr lang="en-US" sz="2000" b="1" dirty="0"/>
                        <a:t> </a:t>
                      </a:r>
                      <a:r>
                        <a:rPr lang="en-US" sz="2000" b="1" dirty="0" err="1"/>
                        <a:t>dụng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32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690791"/>
                  </a:ext>
                </a:extLst>
              </a:tr>
              <a:tr h="384913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 err="1"/>
                        <a:t>Tổng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dirty="0"/>
                        <a:t>1251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319213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D1DC683-F93C-5280-368A-AD8FD127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63050" y="6129337"/>
            <a:ext cx="2743200" cy="365125"/>
          </a:xfrm>
        </p:spPr>
        <p:txBody>
          <a:bodyPr/>
          <a:lstStyle/>
          <a:p>
            <a:fld id="{9B974A7F-5043-4DAE-861E-B9BD25825F6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86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Custom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F9ED5"/>
      </a:hlink>
      <a:folHlink>
        <a:srgbClr val="0F9ED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362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Times New Roman</vt:lpstr>
      <vt:lpstr>Wingdings</vt:lpstr>
      <vt:lpstr>Office Theme</vt:lpstr>
      <vt:lpstr>BỐ CỤC MỘT BÀI THUYẾT TRÌNH</vt:lpstr>
      <vt:lpstr>Giới thiệu</vt:lpstr>
      <vt:lpstr>Phần mở đầu</vt:lpstr>
      <vt:lpstr>Phần chính</vt:lpstr>
      <vt:lpstr>Phần kết</vt:lpstr>
      <vt:lpstr>Cảm ơn sự chú ý của quý vị </vt:lpstr>
      <vt:lpstr>Ví dụ:sử dụng một đoạn trích dẫn khi giới thiệu</vt:lpstr>
      <vt:lpstr>Ví dụ minh chứng một vấn đề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Thanh Tuan - B2511728</dc:creator>
  <cp:lastModifiedBy>Nguyen Thanh Tuan - B2511728</cp:lastModifiedBy>
  <cp:revision>4</cp:revision>
  <dcterms:created xsi:type="dcterms:W3CDTF">2026-02-05T05:25:35Z</dcterms:created>
  <dcterms:modified xsi:type="dcterms:W3CDTF">2026-02-05T09:39:08Z</dcterms:modified>
</cp:coreProperties>
</file>