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A4ADEC-51EB-4797-A17C-FDED0EFCF4D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Untitled Section" id="{31BE6269-D4A2-408A-B86B-3EA97D59A32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99E1A-3A4B-40EB-A306-BDEB54A09EF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80B2-ADBA-4EAA-8E1B-B88A7DB20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vi-VN" dirty="0"/>
              <a:t>ĐẠI HỌC CẦN THƠ – QUÁ TRÌNH HÌNH THÀNH VÀ PHÁT TRIỂN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vi-VN" dirty="0"/>
          </a:p>
          <a:p>
            <a:r>
              <a:rPr lang="vi-VN" dirty="0"/>
              <a:t>TS.Nguyễn Văn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6F0-E0E0-40E2-A49B-069FA6AD44BE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BE73775-6572-4BCD-8215-CF5A49CC1D91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361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B5F63-F5C7-40CE-B64D-8EC172CB6939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97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CF50-4D75-427B-A480-02816E324AEB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7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62C63-40C9-4F32-B10A-970EDC8B013D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1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810D-8901-4538-8534-37E8469B78A4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6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A815-4BE7-42E7-94FF-E960C9BEEEA3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3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03F0-E20E-48AB-94A1-FBB18DD06BEB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5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76E8-B087-4FA1-8337-2C06CD69B724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6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A8847-2839-4EB7-8C86-EFB5BFB54E82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0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6189-A1A2-4DE0-9D38-AA43AB810618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6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0819-F1CA-4857-B6E3-39E223E3A272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76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E78A-6EAF-401C-8B64-332EA6EDBC57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9997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3FB9-7453-43BD-99FC-E9A4C1EDE6CE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88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9186B-E55C-48C2-ABC7-A46962603CBD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0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8181-D984-4F02-BD1A-0A9E91E3D33F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55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B8C86-541C-440E-BFFE-1E9FC3861ED7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40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1C75-61C0-4467-B4F2-E95ED3444E7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4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E00B1C-3E78-0AFC-6E1A-39E66484C952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088" y="400078"/>
            <a:ext cx="1921451" cy="1920978"/>
          </a:xfrm>
          <a:prstGeom prst="rect">
            <a:avLst/>
          </a:prstGeom>
        </p:spPr>
      </p:pic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95F1426-0BC3-4086-B27A-91464B82FD3B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BE73775-6572-4BCD-8215-CF5A49CC1D91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588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w Cen MT" panose="020B0602020104020603" pitchFamily="34" charset="0"/>
        <a:buChar char="–"/>
        <a:defRPr sz="28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w Cen MT" panose="020B0602020104020603" pitchFamily="34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F469-2F2B-E72E-DB27-26D71AAE6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ĐẠI HỌC CẦN THƠ – QUÁ TRÌNH HÌNH THÀNH VÀ PHÁT TRIỂN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C205D-3696-AB5B-3CA8-E77E6915AB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  <a:p>
            <a:r>
              <a:rPr lang="vi-VN" dirty="0"/>
              <a:t>Ts. Nguyễn văn 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B8D31-D405-0B47-4A56-C979549D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D0408-901F-0024-4625-FA94CBC5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5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C916-05FD-2B9E-4283-EA3E0C88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04304-5CC7-EF8C-E1D6-BFD7F75B3D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THỜI KỲ VIỆN ĐẠI HỌC CẦN THƠ (1966 - 1975)</a:t>
            </a:r>
          </a:p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ĐHCT GIAI ĐOẠN SAU NĂM 1975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9CF72-CD13-BA0F-C9EE-529C0150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1C5AD-C88A-BF78-393D-FE63EA2FD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1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2CCC-A307-BA1B-D1D8-D7D14866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9E521-1B0C-F9EF-8473-8E66BD062C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vi-VN" dirty="0"/>
              <a:t>ĐƯỢC THÀNH LẬP NGÀY 31 THÁNG 03 NĂM 1966</a:t>
            </a:r>
          </a:p>
          <a:p>
            <a:r>
              <a:rPr lang="vi-VN" dirty="0"/>
              <a:t>VIỆN ĐẠI HỌC CẦN THƠ CÓ BỐN KHOA:</a:t>
            </a:r>
          </a:p>
          <a:p>
            <a:pPr marL="0" indent="0">
              <a:buNone/>
            </a:pPr>
            <a:r>
              <a:rPr lang="vi-VN" dirty="0"/>
              <a:t>	- KHOA HỌC</a:t>
            </a:r>
          </a:p>
          <a:p>
            <a:pPr marL="0" indent="0">
              <a:buNone/>
            </a:pPr>
            <a:r>
              <a:rPr lang="vi-VN" dirty="0"/>
              <a:t>	- LUẬT KHOA</a:t>
            </a:r>
          </a:p>
          <a:p>
            <a:pPr marL="0" indent="0">
              <a:buNone/>
            </a:pPr>
            <a:r>
              <a:rPr lang="vi-VN" dirty="0"/>
              <a:t>	- KHOA HỌC XÃ HỘI, VĂN KHOA, SƯ PHẠM</a:t>
            </a:r>
          </a:p>
          <a:p>
            <a:pPr marL="0" indent="0">
              <a:buNone/>
            </a:pPr>
            <a:r>
              <a:rPr lang="vi-VN" dirty="0"/>
              <a:t>	- CAO ĐẰNG NÔNG NGHIỆP VÀ TRUNG TÂM SINH NGỮ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E03E3-8952-3AFE-37FA-A45B3DE7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ED3DC-0C57-3594-84AB-8A00CF95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5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222F-9D30-EA58-009B-348C1F4A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5942-1595-F38F-CA76-99167B4965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</a:t>
            </a:r>
          </a:p>
          <a:p>
            <a:pPr marL="457200" lvl="1" indent="0">
              <a:buNone/>
            </a:pPr>
            <a:r>
              <a:rPr lang="vi-VN" dirty="0"/>
              <a:t>- TÒA VIỆN TRƯỜNG (SỐ 5, ĐẠI LỘ HOÀ BÌNH)</a:t>
            </a:r>
          </a:p>
          <a:p>
            <a:pPr marL="457200" lvl="1" indent="0">
              <a:buNone/>
            </a:pPr>
            <a:r>
              <a:rPr lang="vi-VN" dirty="0"/>
              <a:t>- KHU I (ĐƯỜNG 30/4)</a:t>
            </a:r>
          </a:p>
          <a:p>
            <a:pPr marL="457200" lvl="1" indent="0">
              <a:buNone/>
            </a:pPr>
            <a:r>
              <a:rPr lang="vi-VN" dirty="0"/>
              <a:t>- KHU II: (ĐƯỜNG 3/2)</a:t>
            </a:r>
          </a:p>
          <a:p>
            <a:pPr marL="457200" lvl="1" indent="0">
              <a:buNone/>
            </a:pPr>
            <a:r>
              <a:rPr lang="vi-VN" dirty="0"/>
              <a:t>- KHU III: (SỐ 1, LÝ TỰ TRỌNG)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02C13-5311-BCBA-053F-0F0F5A1E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6C78D-82F8-0D6D-4577-4853E2BA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21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59D1-F4B2-47BB-7306-C8A2480C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E734C-DD83-E7BB-B8AE-27DFD4246D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CẤU ĐHCT HIỆN NAY</a:t>
            </a:r>
          </a:p>
          <a:p>
            <a:pPr lvl="1">
              <a:buFontTx/>
              <a:buChar char="-"/>
            </a:pPr>
            <a:r>
              <a:rPr lang="vi-VN" dirty="0"/>
              <a:t>KHOA - VIỆN</a:t>
            </a:r>
          </a:p>
          <a:p>
            <a:pPr lvl="1">
              <a:buFontTx/>
              <a:buChar char="-"/>
            </a:pPr>
            <a:r>
              <a:rPr lang="vi-VN" dirty="0"/>
              <a:t>TRUNG TÂM - TRUNG TÂM ĐÀO TẠO</a:t>
            </a:r>
          </a:p>
          <a:p>
            <a:pPr lvl="1">
              <a:buFontTx/>
              <a:buChar char="-"/>
            </a:pPr>
            <a:r>
              <a:rPr lang="vi-VN" dirty="0"/>
              <a:t>PHÒNG BAN CHỨC NĂNG</a:t>
            </a:r>
          </a:p>
          <a:p>
            <a:pPr lvl="1">
              <a:buFontTx/>
              <a:buChar char="-"/>
            </a:pPr>
            <a:r>
              <a:rPr lang="vi-VN" dirty="0"/>
              <a:t>ĐOÀN THẾ &amp; HỘI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246DF-2EFF-AB81-406B-BB864B5E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9B79F-A5B7-3542-7861-16477EBB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3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80CD-6B15-2F62-1636-32A5F159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E85D-E9EA-2E8E-DCBC-2AF1C2C366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>
              <a:buFontTx/>
              <a:buChar char="-"/>
            </a:pPr>
            <a:r>
              <a:rPr lang="vi-VN" dirty="0"/>
              <a:t>NGÀY 14/1/1998, TRƯỜNG ĐHCT KHÁNH THÀNH KHOAKHOA HỌC</a:t>
            </a:r>
          </a:p>
          <a:p>
            <a:pPr lvl="1">
              <a:buFontTx/>
              <a:buChar char="-"/>
            </a:pPr>
            <a:r>
              <a:rPr lang="vi-VN" dirty="0"/>
              <a:t>CƠ SỞ VẬT CHẤT</a:t>
            </a:r>
          </a:p>
          <a:p>
            <a:pPr marL="914400" lvl="2" indent="0">
              <a:buNone/>
            </a:pPr>
            <a:r>
              <a:rPr lang="vi-VN" dirty="0"/>
              <a:t>+ 12 PHÒNG THÍ NGHIỆM (PTN) CHO SINH, HÓA, VẬT LÝ</a:t>
            </a:r>
          </a:p>
          <a:p>
            <a:pPr marL="914400" lvl="2" indent="0">
              <a:buNone/>
            </a:pPr>
            <a:r>
              <a:rPr lang="vi-VN" dirty="0"/>
              <a:t>+ 06 PHÒNG MÁY TÍNH ĐƯỢC NỔI MẠNG VỚI NHAU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C9407-0AC1-4A37-B2B8-125C5A66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00B86-3396-B9F1-4EF2-B5E76539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27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639A2-76A5-BE6C-891B-8A32503C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9E17F-EE40-AA7A-E120-10C6F950E5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>
              <a:buFontTx/>
              <a:buChar char="-"/>
            </a:pPr>
            <a:r>
              <a:rPr lang="vi-VN" dirty="0"/>
              <a:t>CƠ SỞ VẬT CHẤT</a:t>
            </a:r>
          </a:p>
          <a:p>
            <a:pPr marL="914400" lvl="2" indent="0">
              <a:buNone/>
            </a:pPr>
            <a:r>
              <a:rPr lang="vi-VN" dirty="0"/>
              <a:t>+ VP KHOA VÀ XƯỜNG SỬA CHỮA</a:t>
            </a:r>
          </a:p>
          <a:p>
            <a:pPr marL="914400" lvl="2" indent="0">
              <a:buNone/>
            </a:pPr>
            <a:r>
              <a:rPr lang="vi-VN" dirty="0"/>
              <a:t>+ NĂM 2010, TRƯỜNG ĐÃ ĐẦU TƯ MỞ RỘNG KHU PTN CỦAKHOA</a:t>
            </a:r>
          </a:p>
          <a:p>
            <a:pPr marL="914400" lvl="2" indent="0">
              <a:buNone/>
            </a:pPr>
            <a:r>
              <a:rPr lang="vi-VN" dirty="0"/>
              <a:t>+ XÂY MỚI KHU NHÀ 3 TẦNG VỚI 22 PHÒNG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69867-28EF-B34B-CE97-CE22D031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D89F5-2270-175E-74F3-6D1807A9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37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2390-DD4F-B2C8-0F4F-C5E955BC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AD18-4500-2743-9918-877C53C041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vi-VN" b="1" dirty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en-US" dirty="0"/>
              <a:t>KHOA KHTN HIỆN NAY GỒM 04 BỘ MÔN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SINH HỌC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HÓA HỌC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TOÁN HỌC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EB6B7-DC97-6B4E-C417-7B4915A0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F58AC-A069-6CEB-E586-4E5F7376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04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A8D8-6658-E305-52BF-46AECD3A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59E7-B4E3-ED62-100D-43A61C88A6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>
              <a:buFontTx/>
              <a:buChar char="-"/>
            </a:pPr>
            <a:r>
              <a:rPr lang="vi-VN" dirty="0"/>
              <a:t>CÔNG TÁC ĐÀO TẠO</a:t>
            </a:r>
          </a:p>
          <a:p>
            <a:pPr marL="914400" lvl="2" indent="0">
              <a:buNone/>
            </a:pPr>
            <a:r>
              <a:rPr lang="vi-VN" dirty="0"/>
              <a:t>+ ĐẠI HỌC:.....</a:t>
            </a:r>
          </a:p>
          <a:p>
            <a:pPr marL="914400" lvl="2" indent="0">
              <a:buNone/>
            </a:pPr>
            <a:r>
              <a:rPr lang="vi-VN" dirty="0"/>
              <a:t>+ SĐH:....</a:t>
            </a:r>
          </a:p>
          <a:p>
            <a:pPr marL="457200" lvl="1" indent="0">
              <a:buNone/>
            </a:pPr>
            <a:r>
              <a:rPr lang="vi-VN" dirty="0"/>
              <a:t>- CÔNG TÁC NCKH, BÁO CÁO CHUYÊN ĐỀ:....</a:t>
            </a:r>
          </a:p>
          <a:p>
            <a:pPr marL="457200" lvl="1" indent="0">
              <a:buNone/>
            </a:pPr>
            <a:r>
              <a:rPr lang="vi-VN" dirty="0"/>
              <a:t>- CÔNG TÁC ĐÀO TẠO VÀ BỒI DƯỠNG CÁN BỘ:.....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11F9F-C96C-4A93-EC3E-05D3BB34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C129C-8185-10C3-8E6C-7FC013CC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57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5A03-FB75-B730-4386-A6F0C68C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CA4A-076B-6D91-4060-B561A8F9826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b="1" dirty="0">
                <a:hlinkClick r:id="rId2"/>
              </a:rPr>
              <a:t>KHOA CNTT &amp; TT</a:t>
            </a:r>
            <a:endParaRPr lang="vi-VN" b="1" dirty="0"/>
          </a:p>
          <a:p>
            <a:pPr lvl="1">
              <a:buFontTx/>
              <a:buChar char="-"/>
            </a:pPr>
            <a:r>
              <a:rPr lang="vi-VN" dirty="0"/>
              <a:t>ĐƯỢC THÀNH LẬP NĂM 1994 TRÊN CƠ SỞ TRUNG TÂM ĐIỆNTỬ VÀ TIN HỌC</a:t>
            </a:r>
          </a:p>
          <a:p>
            <a:pPr lvl="1">
              <a:buFontTx/>
              <a:buChar char="-"/>
            </a:pPr>
            <a:r>
              <a:rPr lang="vi-VN" dirty="0"/>
              <a:t>NHIỆM VỤ CỦA KHOA LÀ ĐÀO TẠO</a:t>
            </a:r>
          </a:p>
          <a:p>
            <a:pPr marL="914400" lvl="2" indent="0">
              <a:buNone/>
            </a:pPr>
            <a:r>
              <a:rPr lang="vi-VN" dirty="0"/>
              <a:t>+ ĐẠI HỌC VÀ SAU ĐẠI HỌC</a:t>
            </a:r>
          </a:p>
          <a:p>
            <a:pPr marL="914400" lvl="2" indent="0">
              <a:buNone/>
            </a:pPr>
            <a:r>
              <a:rPr lang="vi-VN" dirty="0"/>
              <a:t>+ NCKH VÀ CHUYỂN GIAO CÔNG NGHỆ TRONG LĨNH VỰC CNTT&amp;TT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C8F87-CA9A-50A4-6B08-92A936B6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8D43F-B523-03E5-A56B-20598CE4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83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12E2-BCBE-03C3-B793-379B5C26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8C0-5CB2-055E-C7F9-D26B71AD11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u="sng" dirty="0">
                <a:solidFill>
                  <a:srgbClr val="0000FF"/>
                </a:solidFill>
              </a:rPr>
              <a:t>KHOA CNTT &amp; TT</a:t>
            </a:r>
          </a:p>
          <a:p>
            <a:pPr lvl="1">
              <a:buFontTx/>
              <a:buChar char="-"/>
            </a:pPr>
            <a:r>
              <a:rPr lang="vi-VN" dirty="0"/>
              <a:t>TẦM NHÌN ĐẾN NĂM 2020</a:t>
            </a:r>
          </a:p>
          <a:p>
            <a:pPr marL="914400" lvl="2" indent="0">
              <a:buNone/>
            </a:pPr>
            <a:r>
              <a:rPr lang="vi-VN" dirty="0"/>
              <a:t>+ ĐƠN VỊ ĐÀO TẠO VÀ</a:t>
            </a:r>
          </a:p>
          <a:p>
            <a:pPr marL="914400" lvl="2" indent="0">
              <a:buNone/>
            </a:pPr>
            <a:r>
              <a:rPr lang="vi-VN" dirty="0"/>
              <a:t>+ NGHIÊN CỨU KHOA HỌC VỀ CNTT&amp;TT MẠNH CỦA CẢ NƯỚC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BBEC4-A15D-7690-49F0-244CFA96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C6277-6F51-5AB2-4D29-196DDDCE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932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71AE-3A51-5394-B416-DC362CF7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C054A-D568-E99E-B44B-04E83BFDC4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00FF"/>
                </a:solidFill>
              </a:rPr>
              <a:t>KHOA CNTT &amp; TT</a:t>
            </a:r>
            <a:endParaRPr lang="vi-VN" b="1" u="sng" dirty="0">
              <a:solidFill>
                <a:srgbClr val="0000FF"/>
              </a:solidFill>
            </a:endParaRPr>
          </a:p>
          <a:p>
            <a:pPr lvl="1">
              <a:buFontTx/>
              <a:buChar char="-"/>
            </a:pPr>
            <a:r>
              <a:rPr lang="en-US" dirty="0"/>
              <a:t>CÁC BỘ MÔN VÀ TRUNG TÂM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HỆ THỐNG THÔNG TIN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MẠNG MÁY TÍNH &amp; TRUYỀN THÔNG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CÔNG NGHỆ PHẦN MỀM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KHOA HỌC MÁY TÍNH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52CDB-C6CB-77B7-EA72-C15545D2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4B1A4-A2F4-FB52-B3CF-6F49CCB2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8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2BA1-1367-7BF9-8C3B-A0251995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03B5-6708-AA84-BA93-2AAF9D495F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00FF"/>
                </a:solidFill>
              </a:rPr>
              <a:t>KHOA CNTT &amp; TT</a:t>
            </a:r>
            <a:endParaRPr lang="vi-VN" b="1" u="sng" dirty="0">
              <a:solidFill>
                <a:srgbClr val="0000FF"/>
              </a:solidFill>
            </a:endParaRPr>
          </a:p>
          <a:p>
            <a:pPr lvl="1">
              <a:buFontTx/>
              <a:buChar char="-"/>
            </a:pPr>
            <a:r>
              <a:rPr lang="en-US" dirty="0"/>
              <a:t>CÁC BỘ MÔN VÀ TRUNG TÂM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CÔNG NGHỆ THÔNG TIN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BỘ MÔN TIN HỌC ỨNG DỤNG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TỔ VĂN PHÒNG</a:t>
            </a:r>
            <a:endParaRPr lang="vi-VN" dirty="0"/>
          </a:p>
          <a:p>
            <a:pPr marL="914400" lvl="2" indent="0">
              <a:buNone/>
            </a:pPr>
            <a:r>
              <a:rPr lang="en-US" dirty="0"/>
              <a:t>+ 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CEE77-8279-C70F-95D8-83870C50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C8986-56B8-9B17-09FD-5CAEFD33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84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53FA-6AED-D145-0122-007F5EDC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130370"/>
            <a:ext cx="10364452" cy="597259"/>
          </a:xfrm>
        </p:spPr>
        <p:txBody>
          <a:bodyPr/>
          <a:lstStyle/>
          <a:p>
            <a:r>
              <a:rPr lang="vi-VN" dirty="0"/>
              <a:t>CÁM ƠN SỰ CHÚ Ý CỦA QUÝ VỊ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8C584-D3C2-ADC3-9726-B21B532B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34A97-9E7E-0A7A-2654-0C2A90E4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73775-6572-4BCD-8215-CF5A49CC1D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0393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73</TotalTime>
  <Words>659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DUY</dc:creator>
  <cp:lastModifiedBy>Nguyễn DUY</cp:lastModifiedBy>
  <cp:revision>4</cp:revision>
  <dcterms:created xsi:type="dcterms:W3CDTF">2026-02-05T10:34:39Z</dcterms:created>
  <dcterms:modified xsi:type="dcterms:W3CDTF">2026-02-05T13:38:31Z</dcterms:modified>
</cp:coreProperties>
</file>